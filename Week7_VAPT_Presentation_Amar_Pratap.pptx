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WEEK 7 — WEB APPLICATION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Prepared by: Amar Pratap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Tools: Burp Suite Community, Gobuster, OWASP ZAP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Target: local DVWA at 127.0.0.1:42001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Kali Linux in VMware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Authorized training lab only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Evidence-based result: Reflected XSS confirmed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Scope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Intercept and inspect local HTTP traffic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Map routes and input parameters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Test reflected input handling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Enumerate common paths with Gobuster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Explore requests and alerts in ZAP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Validate evidence before calling something a vulnerability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Burp Suite — Proxy &amp; Login Traffic</a:t>
            </a:r>
          </a:p>
        </p:txBody>
      </p:sp>
      <p:pic>
        <p:nvPicPr>
          <p:cNvPr id="4" name="Picture 3" descr="97ee07dc-a805-44f9-b3c3-acdde3842e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583680" cy="3264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515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Burp captured requests to 127.0.0.1:42001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GET /login.php and POST /login.php observed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Proxy listener shown on port 8080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302 redirect to login.php is not proof of bypass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Login outcome requires separate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i="1"/>
            </a:pPr>
            <a:r>
              <a:rPr sz="1400" i="1">
                <a:latin typeface="Arial"/>
              </a:rPr>
              <a:t>Evidence: Burp HTTP history and response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Application Mapping</a:t>
            </a:r>
          </a:p>
        </p:txBody>
      </p:sp>
      <p:pic>
        <p:nvPicPr>
          <p:cNvPr id="4" name="Picture 3" descr="c4bbd652-fc8e-4714-8006-71ad9479b49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583680" cy="32117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515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Site map shows local host and login endpoint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Reflected XSS uses the name parameter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Brute Force page exposes username/password parameters in URL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Current screenshots do not prove a complete crawl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Keep unrelated Google traffic out of target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i="1"/>
            </a:pPr>
            <a:r>
              <a:rPr sz="1400" i="1">
                <a:latin typeface="Arial"/>
              </a:rPr>
              <a:t>Evidence: Burp Target → Site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Confirmed Finding — Reflected XSS</a:t>
            </a:r>
          </a:p>
        </p:txBody>
      </p:sp>
      <p:pic>
        <p:nvPicPr>
          <p:cNvPr id="4" name="Picture 3" descr="2b9c5a4a-5b72-4e4d-a8a2-e56df23ce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583680" cy="49170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515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Baseline value hello123 is reflected by the page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Script test triggered browser alert “1”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This confirms script execution in the local DVWA lab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Potential real-world impact: script execution in victim browser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Fix with context-aware output encoding and safe templating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i="1"/>
            </a:pPr>
            <a:r>
              <a:rPr sz="1400" i="1">
                <a:latin typeface="Arial"/>
              </a:rPr>
              <a:t>Evidence: browser alert showing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Gobuster Enumeration</a:t>
            </a:r>
          </a:p>
        </p:txBody>
      </p:sp>
      <p:pic>
        <p:nvPicPr>
          <p:cNvPr id="4" name="Picture 3" descr="292a885a-6276-427c-8484-12e6fc586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583680" cy="3425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515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Gobuster v3.8.2 completed 4,613/4,613 requests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Wordlist: /usr/share/wordlists/dirb/common.txt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Paths include /config/, /database/, /docs/, /php.ini, /phpinfo.php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A discovered path or 200/301/302 alone is not a vulnerability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Inspect content and access controls before claiming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i="1"/>
            </a:pPr>
            <a:r>
              <a:rPr sz="1400" i="1">
                <a:latin typeface="Arial"/>
              </a:rPr>
              <a:t>Evidence: completed local directory enumeration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Brute Force &amp; SQLi Status</a:t>
            </a:r>
          </a:p>
        </p:txBody>
      </p:sp>
      <p:pic>
        <p:nvPicPr>
          <p:cNvPr id="4" name="Picture 3" descr="69af8dbb-cc8f-40b0-b82a-bfda65600c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583680" cy="34736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515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Brute Force screenshot shows incorrect credentials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No successful brute-force or bypass evidence provided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No SQLi payload/result pair proves database behavior change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These tests should remain unconfirmed until repeatable evidence is captured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Test only against the local DVWA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i="1"/>
            </a:pPr>
            <a:r>
              <a:rPr sz="1400" i="1">
                <a:latin typeface="Arial"/>
              </a:rPr>
              <a:t>Evidence: rejected login attempt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OWASP ZAP Exploration</a:t>
            </a:r>
          </a:p>
        </p:txBody>
      </p:sp>
      <p:pic>
        <p:nvPicPr>
          <p:cNvPr id="4" name="Picture 3" descr="e187e8c6-6d0c-48e4-9f0d-c7c7c852c2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583680" cy="4809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05156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ZAP 2.17.0 explored the local DVWA site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History contains local requests and alert indicators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Review each alert for exact name, risk, confidence, and evidence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Generic tags do not automatically prove vulnerabilities</a:t>
            </a:r>
          </a:p>
          <a:p>
            <a:pPr>
              <a:spcAft>
                <a:spcPts val="1200"/>
              </a:spcAft>
              <a:defRPr sz="1800"/>
            </a:pPr>
            <a:r>
              <a:rPr sz="1800">
                <a:latin typeface="Arial"/>
              </a:rPr>
              <a:t>• Manually validate before final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264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i="1"/>
            </a:pPr>
            <a:r>
              <a:rPr sz="1400" i="1">
                <a:latin typeface="Arial"/>
              </a:rPr>
              <a:t>Evidence: ZAP site tree and request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4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FFFFFF"/>
                </a:solidFill>
              </a:defRPr>
            </a:pPr>
            <a:r>
              <a:rPr sz="3000" b="1">
                <a:latin typeface="Arial"/>
              </a:rPr>
              <a:t>Results &amp;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Confirmed: Reflected XSS in local DVWA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Observed: path enumeration, login redirects/cookies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Unverified: SQLi, brute-force weakness, sensitive-file exposure, individual ZAP alerts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Fix XSS with contextual output encoding and regression tests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Need at least two more verified findings to meet the “3 working vulnerabilities” requirement</a:t>
            </a:r>
          </a:p>
          <a:p>
            <a:pPr>
              <a:spcAft>
                <a:spcPts val="1200"/>
              </a:spcAft>
              <a:defRPr sz="1800"/>
            </a:pPr>
            <a:r>
              <a:rPr sz="2000">
                <a:latin typeface="Arial"/>
              </a:rPr>
              <a:t>• Report limitation: screenshots reviewed; no live re-test performed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