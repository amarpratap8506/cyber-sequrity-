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4" r:id="rId15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2355B"/>
                </a:solidFill>
              </a:defRPr>
            </a:pPr>
            <a:r>
              <a:t>WEEK 4 – CYBER 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355C7D"/>
                </a:solidFill>
              </a:defRPr>
            </a:pPr>
            <a:r>
              <a:t>Network Configuration, Connectivity &amp; Security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2832"/>
                </a:solidFill>
              </a:defRPr>
            </a:pPr>
            <a:r>
              <a:t>Amar Pratap  •  DG Interns Hub  •  Kali Linux / VMware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Lab Setup &amp; Network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VMware NAT + Kali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VMware Network Adapter: NAT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Adapter connected and enabled at power-on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Kali Ethernet interface is UP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Private IPv4 address is assigned dynamically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Routing and connectivity were verified</a:t>
            </a:r>
          </a:p>
        </p:txBody>
      </p:sp>
      <p:pic>
        <p:nvPicPr>
          <p:cNvPr id="7" name="Picture 6" descr="82f5b450-2245-44c0-a51d-efd3242c0b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25880"/>
            <a:ext cx="53492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80760" y="5888736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VMware NAT configuration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IP, Connectivity &amp;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Actual lab evidence</a:t>
            </a:r>
          </a:p>
        </p:txBody>
      </p:sp>
      <p:pic>
        <p:nvPicPr>
          <p:cNvPr id="6" name="Picture 5" descr="9b9dce52-b11b-410d-afdd-92b9b2b54dd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394960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602736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ip addr</a:t>
            </a:r>
          </a:p>
        </p:txBody>
      </p:sp>
      <p:pic>
        <p:nvPicPr>
          <p:cNvPr id="8" name="Picture 7" descr="a5d6b796-8919-46e7-8c31-631d32f655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39496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3602736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ping google.com — 0% packet loss</a:t>
            </a:r>
          </a:p>
        </p:txBody>
      </p:sp>
      <p:pic>
        <p:nvPicPr>
          <p:cNvPr id="10" name="Picture 9" descr="0fef170d-3918-4967-b811-cba29e1d0d9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5394960" cy="2240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980176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ip route</a:t>
            </a:r>
          </a:p>
        </p:txBody>
      </p:sp>
      <p:pic>
        <p:nvPicPr>
          <p:cNvPr id="12" name="Picture 11" descr="87b403ff-921a-4060-aecc-1465faf73a3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703320"/>
            <a:ext cx="539496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980176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Private-network ping — 0% packet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DNS &amp; Network Interface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Resolution, link state and sockets</a:t>
            </a:r>
          </a:p>
        </p:txBody>
      </p:sp>
      <p:pic>
        <p:nvPicPr>
          <p:cNvPr id="6" name="Picture 5" descr="637a984e-675a-42b0-87d9-de86e8651e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440680" cy="2240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602736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nslookup google.com</a:t>
            </a:r>
          </a:p>
        </p:txBody>
      </p:sp>
      <p:pic>
        <p:nvPicPr>
          <p:cNvPr id="8" name="Picture 7" descr="1fa9ac8b-bfb5-45a1-b99c-03b529ba671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4068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602736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ip link show eth0</a:t>
            </a:r>
          </a:p>
        </p:txBody>
      </p:sp>
      <p:pic>
        <p:nvPicPr>
          <p:cNvPr id="10" name="Picture 9" descr="3e984b1c-75f8-4ec8-ac48-0a6e7e06fc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39"/>
            <a:ext cx="5440680" cy="1965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751576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ss -tuln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8620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DNS resolution succeeded.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eth0 is UP.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Socket inspection was performed with ss -tuln.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Nmap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Service/version discovery on authorized targets</a:t>
            </a:r>
          </a:p>
        </p:txBody>
      </p:sp>
      <p:pic>
        <p:nvPicPr>
          <p:cNvPr id="6" name="Picture 5" descr="dc3638d9-e2d8-4b99-9c66-b621274dcf1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57784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22776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Nmap target scan — 1000 TCP ports filtered/no-response</a:t>
            </a:r>
          </a:p>
        </p:txBody>
      </p:sp>
      <p:pic>
        <p:nvPicPr>
          <p:cNvPr id="8" name="Picture 7" descr="d231214f-a448-486f-949c-44a77d0197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4068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922776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Saved nmap_scan.txt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The target host was up.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The visible default 1000 TCP ports were filtered/no-response.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No open service is claimed from this evidence.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The scan output was preserved in nmap_scan.txt.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Traceroute &amp; HTTPS/TLS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Path observation and encrypted web communication</a:t>
            </a:r>
          </a:p>
        </p:txBody>
      </p:sp>
      <p:pic>
        <p:nvPicPr>
          <p:cNvPr id="6" name="Picture 5" descr="d2f7bf6d-f2a4-4b00-a257-267736cc97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4068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22776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traceroute google.com</a:t>
            </a:r>
          </a:p>
        </p:txBody>
      </p:sp>
      <p:pic>
        <p:nvPicPr>
          <p:cNvPr id="8" name="Picture 7" descr="a112bd3e-7698-43d7-a2d9-054a244a8bd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44068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922776"/>
            <a:ext cx="5440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curl -v — TLS 1.3 / HTTP/2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The first visible traceroute hop is the private gateway.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Later hops did not respond in the captured output.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curl showed successful HTTPS communication with example.com.</a:t>
            </a:r>
          </a:p>
          <a:p>
            <a:pPr>
              <a:spcAft>
                <a:spcPts val="800"/>
              </a:spcAft>
              <a:defRPr sz="1500">
                <a:solidFill>
                  <a:srgbClr val="1E2832"/>
                </a:solidFill>
              </a:defRPr>
            </a:pPr>
            <a:r>
              <a:t>• The verbose output shows TLS 1.3 negotiation and HTTP/2.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System &amp; Packet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Kali Linux environment + Wireshark</a:t>
            </a:r>
          </a:p>
        </p:txBody>
      </p:sp>
      <p:pic>
        <p:nvPicPr>
          <p:cNvPr id="6" name="Picture 5" descr="3b5c17cc-0621-41fb-a37f-7487699d731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34924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694176"/>
            <a:ext cx="5349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uname -a</a:t>
            </a:r>
          </a:p>
        </p:txBody>
      </p:sp>
      <p:pic>
        <p:nvPicPr>
          <p:cNvPr id="8" name="Picture 7" descr="f586b898-bf94-4914-9142-3815ce94d64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325880"/>
            <a:ext cx="548640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72200" y="3694176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Running services</a:t>
            </a:r>
          </a:p>
        </p:txBody>
      </p:sp>
      <p:pic>
        <p:nvPicPr>
          <p:cNvPr id="10" name="Picture 9" descr="bda1f3c9-8983-4621-aaee-8eb57051d4f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794760"/>
            <a:ext cx="6080760" cy="2423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63240" y="6254496"/>
            <a:ext cx="6080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355C7D"/>
                </a:solidFill>
              </a:defRPr>
            </a:pPr>
            <a:r>
              <a:t>Wireshark — ICMP Echo request/reply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Key Findings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789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55C7D"/>
                </a:solidFill>
              </a:defRPr>
            </a:pPr>
            <a:r>
              <a:t>Evidence-based Week 4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VMware NAT networking and Kali interface configuration were verified.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Internet and private-network connectivity were successfully tested.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DNS resolution and routing were verified.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Nmap target evidence shows filtered/no-response default TCP ports.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The Nmap output was saved for reproducibility.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Traceroute, curl/TLS, system and Wireshark evidence were documented.</a:t>
            </a:r>
          </a:p>
          <a:p>
            <a:pPr>
              <a:spcAft>
                <a:spcPts val="800"/>
              </a:spcAft>
              <a:defRPr sz="1600">
                <a:solidFill>
                  <a:srgbClr val="1E2832"/>
                </a:solidFill>
              </a:defRPr>
            </a:pPr>
            <a:r>
              <a:t>• The practical demonstrates a complete basic network-observation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355B"/>
                </a:solidFill>
              </a:defRPr>
            </a:pPr>
            <a:r>
              <a:t>Thank You  •  Week 4 Cyber Security Internship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55C7D"/>
                </a:solidFill>
              </a:defRPr>
            </a:pPr>
            <a:r>
              <a:t>Final evidence gap: target Apache/Nginx screenshot + Wireshark DNS/HTTP captures are still required if your task sheet requires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355B"/>
                </a:solidFill>
              </a:defRPr>
            </a:pPr>
            <a:r>
              <a:t>INDEX / SUBMISSION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1143000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Project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29800" y="1143000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09928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709928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Lab Setup &amp; Network Configuration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709928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76856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276856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IP, Connectivity &amp;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2276856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43784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3080" y="2843784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DNS &amp; Network Interface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2843784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10712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3410712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Nmap Scanning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800" y="3410712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77640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83080" y="3977640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Traceroute &amp; HTTPS/TLS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3977640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44568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4544568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System &amp; Packet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4544568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11496"/>
            <a:ext cx="914400" cy="475488"/>
          </a:xfrm>
          <a:prstGeom prst="round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83080" y="5111496"/>
            <a:ext cx="78638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E2832"/>
                </a:solidFill>
              </a:defRPr>
            </a:pPr>
            <a:r>
              <a:t>Key Findings &amp; Conclusion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5111496"/>
            <a:ext cx="14173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355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55C7D"/>
                </a:solidFill>
              </a:defRPr>
            </a:pPr>
            <a:r>
              <a:t>Slide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15000"/>
            <a:ext cx="106070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55C7D"/>
                </a:solidFill>
              </a:defRPr>
            </a:pPr>
            <a:r>
              <a:t>Evidence check: Task 1 ✓   |   Task 2 △ Web-server screenshot missing   |   Task 3 ✓   |   Task 4 △ ICMP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